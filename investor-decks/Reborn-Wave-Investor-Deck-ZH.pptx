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/maps/search/?api=1&amp;query=Ruko%20Oceanic%20Bliss%2C%20Jl.%20Pasir%20Putih%20Harbourfront%20-%20Batam%20Centre.49%20blok%20A.%2051%2C%20Sadai%2C%20Bengkong%2C%20Batam%20City%2C%20Riau%20Islands%2029444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0020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Reborn Wave Group 俱乐部经济生态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B9CACF"/>
                </a:solidFill>
                <a:latin typeface="Microsoft YaHei"/>
              </a:rPr>
              <a:t>位于巴淡岛海边的五层生活娱乐生态，连接顾客、会员、投资者、合作伙伴和员工。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822191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$5,000 投资配套 | 总额度上限 $200K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822960"/>
            <a:ext cx="4709160" cy="5120640"/>
          </a:xfrm>
          <a:prstGeom prst="roundRect">
            <a:avLst/>
          </a:prstGeom>
          <a:solidFill>
            <a:srgbClr val="0D3A41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luruu-blindbox-box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115568"/>
            <a:ext cx="4069080" cy="2331720"/>
          </a:xfrm>
          <a:prstGeom prst="rect">
            <a:avLst/>
          </a:prstGeom>
        </p:spPr>
      </p:pic>
      <p:pic>
        <p:nvPicPr>
          <p:cNvPr id="12" name="Picture 11" descr="doluruu-female-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127248"/>
            <a:ext cx="1325880" cy="1325880"/>
          </a:xfrm>
          <a:prstGeom prst="rect">
            <a:avLst/>
          </a:prstGeom>
        </p:spPr>
      </p:pic>
      <p:pic>
        <p:nvPicPr>
          <p:cNvPr id="13" name="Picture 12" descr="Doluruu Boy_17496645453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28" y="3063240"/>
            <a:ext cx="1207008" cy="1207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2280" y="50292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D477"/>
                </a:solidFill>
                <a:latin typeface="Microsoft YaHei"/>
              </a:rPr>
              <a:t>每位投资者免费获得 1 个 Doluruu 盲盒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KTV | 游戏屋 | 美容 | 宠物咖啡厅 | 海景 Live House | 盲盒奖励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6291072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ROI 为目标，并非保证收益。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投资者简报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icrosoft YaHei"/>
              </a:rPr>
              <a:t>市场机会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一个场地覆盖白天家庭、美容、社群、夜生活和投资者招待等多种消费理由。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2514600" cy="233172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65960"/>
            <a:ext cx="21854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Microsoft YaHei"/>
              </a:rPr>
              <a:t>顾客流量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40864"/>
            <a:ext cx="2185416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KTV、儿童游戏、美容、宠物咖啡、现场音乐、舞池和海景覆盖多种客群。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828800"/>
            <a:ext cx="2514600" cy="233172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965960"/>
            <a:ext cx="21854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D477"/>
                </a:solidFill>
                <a:latin typeface="Microsoft YaHei"/>
              </a:rPr>
              <a:t>投资飞轮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340864"/>
            <a:ext cx="2185416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消费额度帮助投资者带朋友、客户和伙伴进入俱乐部体验。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1828800"/>
            <a:ext cx="2514600" cy="233172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3" y="1965960"/>
            <a:ext cx="21854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Microsoft YaHei"/>
              </a:rPr>
              <a:t>会员留存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3" y="2340864"/>
            <a:ext cx="2185416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盲盒宠物喂养、每日代币、奖品、比赛和活动让会员持续回来。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45920"/>
            <a:ext cx="2148840" cy="2743200"/>
          </a:xfrm>
          <a:prstGeom prst="roundRect">
            <a:avLst/>
          </a:prstGeom>
          <a:solidFill>
            <a:srgbClr val="083D44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99339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8D477"/>
                </a:solidFill>
                <a:latin typeface="Microsoft YaHei"/>
              </a:rPr>
              <a:t>$200K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670048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总投资额度上限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456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9CACF"/>
                </a:solidFill>
                <a:latin typeface="Microsoft YaHei"/>
              </a:rPr>
              <a:t>稀缺额度让配套更清晰，也支持行动紧迫感。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KTV | 游戏屋 | 美容 | 宠物咖啡厅 | 海景 Live House | 盲盒奖励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6291072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ROI 为目标，并非保证收益。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投资者简报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icrosoft YaHei"/>
              </a:rPr>
              <a:t>五层空间，一个消费循环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每一层都给顾客更多到店、停留、拍内容和复访的理由。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0607040" cy="57607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19072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Microsoft YaHei"/>
              </a:rPr>
              <a:t>1F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KTV 大厅 + 儿童游戏屋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709928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2 个单位 KTV 大厅，1 个单位儿童游戏屋，支持唱歌比赛和家庭客流。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386584"/>
            <a:ext cx="10607040" cy="57607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05456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472B6"/>
                </a:solidFill>
                <a:latin typeface="Microsoft YaHei"/>
              </a:rP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4780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私人 KTV + 美容院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49631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4 间私人 KTV 加美容服务，带动重复预订。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72968"/>
            <a:ext cx="10607040" cy="57607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91839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8D477"/>
                </a:solidFill>
                <a:latin typeface="Microsoft YaHei"/>
              </a:rPr>
              <a:t>3F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2644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VIP KTV + 美容院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282696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2 间 VIP 房，适合投资者招待、生日、商务聚会和高消费。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59352"/>
            <a:ext cx="10607040" cy="57607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78224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4D399"/>
                </a:solidFill>
                <a:latin typeface="Microsoft YaHei"/>
              </a:rPr>
              <a:t>4F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405079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宠物咖啡厅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0690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三个单位打通，连接 Doluruu、内容、餐饮和宠物社群。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45736"/>
            <a:ext cx="10607040" cy="576072"/>
          </a:xfrm>
          <a:prstGeom prst="roundRect">
            <a:avLst/>
          </a:prstGeom>
          <a:solidFill>
            <a:srgbClr val="07272D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64607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A78BFA"/>
                </a:solidFill>
                <a:latin typeface="Microsoft YaHei"/>
              </a:rPr>
              <a:t>5F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483717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海景 Live House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855464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现场乐队、舞池、海景、活动夜和高端桌位销售。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KTV | 游戏屋 | 美容 | 宠物咖啡厅 | 海景 Live House | 盲盒奖励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6291072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ROI 为目标，并非保证收益。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投资者简报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icrosoft YaHei"/>
              </a:rPr>
              <a:t>投资者配套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$5,000 进入生态，同时形成投资资金和顾客招待消费额度。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45920"/>
            <a:ext cx="507492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83080"/>
            <a:ext cx="47457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D477"/>
                </a:solidFill>
                <a:latin typeface="Microsoft YaHei"/>
              </a:rPr>
              <a:t>投资 $5,000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57984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投资者获得 $5,000 俱乐部消费额度，可用于朋友、客户和私人招待。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45920"/>
            <a:ext cx="507492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783080"/>
            <a:ext cx="47457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Microsoft YaHei"/>
              </a:rPr>
              <a:t>目标 $10,000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157984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目标回报在 2 年内按正式合同和月度派发规则执行。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46120"/>
            <a:ext cx="507492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83279"/>
            <a:ext cx="47457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Microsoft YaHei"/>
              </a:rPr>
              <a:t>20% 利润池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758183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每月将业务利润的 20% 分配给活跃投资者。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246120"/>
            <a:ext cx="507492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383279"/>
            <a:ext cx="47457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72B6"/>
                </a:solidFill>
                <a:latin typeface="Microsoft YaHei"/>
              </a:rPr>
              <a:t>10% 新投资池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758183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每个新的 $5,000 投资配套中，10% 分享给较早加入的活跃投资者。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Microsoft YaHei"/>
              </a:rPr>
              <a:t>投资条款在公开发布或签署合同前，需要合资格法律和财务专业人士审核。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KTV | 游戏屋 | 美容 | 宠物咖啡厅 | 海景 Live House | 盲盒奖励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6291072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ROI 为目标，并非保证收益。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投资者简报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icrosoft YaHei"/>
              </a:rPr>
              <a:t>推荐逻辑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推荐奖金奖励增长，并扣减剩余 ROI 目标。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1828800" cy="2148840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2D3EE"/>
                </a:solidFill>
                <a:latin typeface="Microsoft YaHei"/>
              </a:rPr>
              <a:t>1 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71800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9CACF"/>
                </a:solidFill>
                <a:latin typeface="Microsoft YaHei"/>
              </a:rPr>
              <a:t>支付 $1,000 推荐奖金，ROI 目标扣减 $1,000。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920240"/>
            <a:ext cx="1828800" cy="2148840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2677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D477"/>
                </a:solidFill>
                <a:latin typeface="Microsoft YaHei"/>
              </a:rPr>
              <a:t>3 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971800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9CACF"/>
                </a:solidFill>
                <a:latin typeface="Microsoft YaHei"/>
              </a:rPr>
              <a:t>奖金累计 $3,000，剩余目标 $7,000。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920240"/>
            <a:ext cx="1828800" cy="2148840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2677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4D399"/>
                </a:solidFill>
                <a:latin typeface="Microsoft YaHei"/>
              </a:rPr>
              <a:t>5 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2971800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9CACF"/>
                </a:solidFill>
                <a:latin typeface="Microsoft YaHei"/>
              </a:rPr>
              <a:t>奖金累计 $5,000，剩余目标 $5,000。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920240"/>
            <a:ext cx="1828800" cy="2148840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2677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472B6"/>
                </a:solidFill>
                <a:latin typeface="Microsoft YaHei"/>
              </a:rPr>
              <a:t>10 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2971800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9CACF"/>
                </a:solidFill>
                <a:latin typeface="Microsoft YaHei"/>
              </a:rPr>
              <a:t>奖金累计 $10,000，ROI 目标清零。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920240"/>
            <a:ext cx="1828800" cy="2148840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2677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2D3EE"/>
                </a:solidFill>
                <a:latin typeface="Microsoft YaHei"/>
              </a:rPr>
              <a:t>再加入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971800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9CACF"/>
                </a:solidFill>
                <a:latin typeface="Microsoft YaHei"/>
              </a:rPr>
              <a:t>合约完成后可再次投资。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8920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每位被邀请朋友投资 $5,000，邀请人获得 $1,000，该金额从邀请人的剩余 ROI 目标中扣减。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KTV | 游戏屋 | 美容 | 宠物咖啡厅 | 海景 Live House | 盲盒奖励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6291072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ROI 为目标，并非保证收益。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投资者简报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icrosoft YaHei"/>
              </a:rPr>
              <a:t>盲盒宠物经济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Doluruu 宠物带来每日喂养、代币和奖品兑换习惯。</a:t>
            </a:r>
          </a:p>
        </p:txBody>
      </p:sp>
      <p:pic>
        <p:nvPicPr>
          <p:cNvPr id="9" name="Picture 8" descr="Doluruu Boy_1749664545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1143000" cy="1143000"/>
          </a:xfrm>
          <a:prstGeom prst="rect">
            <a:avLst/>
          </a:prstGeom>
        </p:spPr>
      </p:pic>
      <p:pic>
        <p:nvPicPr>
          <p:cNvPr id="10" name="Picture 9" descr="doluruu-female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874519"/>
            <a:ext cx="1170432" cy="1170432"/>
          </a:xfrm>
          <a:prstGeom prst="rect">
            <a:avLst/>
          </a:prstGeom>
        </p:spPr>
      </p:pic>
      <p:pic>
        <p:nvPicPr>
          <p:cNvPr id="11" name="Picture 10" descr="Doluruu Baby_17496637252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029968"/>
            <a:ext cx="960120" cy="960120"/>
          </a:xfrm>
          <a:prstGeom prst="rect">
            <a:avLst/>
          </a:prstGeom>
        </p:spPr>
      </p:pic>
      <p:pic>
        <p:nvPicPr>
          <p:cNvPr id="12" name="Picture 11" descr="doluruu-blindbox-box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828800"/>
            <a:ext cx="2423160" cy="15087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35240" y="1417320"/>
            <a:ext cx="3337560" cy="73152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1554480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D477"/>
                </a:solidFill>
                <a:latin typeface="Microsoft YaHei"/>
              </a:rPr>
              <a:t>投资者礼物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1929384"/>
            <a:ext cx="300837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每个投资配套免费获得 1 个盲盒。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377440"/>
            <a:ext cx="3337560" cy="73152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1" y="2514600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Microsoft YaHei"/>
              </a:rPr>
              <a:t>公 + 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2889504"/>
            <a:ext cx="300837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同时拥有公母宠物，可免费获得 1 个宝宝。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337560"/>
            <a:ext cx="3337560" cy="73152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3474720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Microsoft YaHei"/>
              </a:rPr>
              <a:t>每日代币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849624"/>
            <a:ext cx="300837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每天喂养宠物即可获得代币。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97680"/>
            <a:ext cx="3337560" cy="73152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1" y="4434840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72B6"/>
                </a:solidFill>
                <a:latin typeface="Microsoft YaHei"/>
              </a:rPr>
              <a:t>奖品兑换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4809744"/>
            <a:ext cx="300837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代币可用于奖励、升级和俱乐部活动。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3891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D477"/>
                </a:solidFill>
                <a:latin typeface="Microsoft YaHei"/>
              </a:rPr>
              <a:t>3 只宠物 = 每天 3 个代币：公 + 母 + 宝宝。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KTV | 游戏屋 | 美容 | 宠物咖啡厅 | 海景 Live House | 盲盒奖励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6291072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ROI 为目标，并非保证收益。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投资者简报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icrosoft YaHei"/>
              </a:rPr>
              <a:t>营销代理团队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Ruflo 风格代理团队协调内容、互动、投资者线索、合作和数据分析。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33756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09928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D477"/>
                </a:solidFill>
                <a:latin typeface="Microsoft YaHei"/>
              </a:rPr>
              <a:t>增长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2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设定每周优先级、分配代理并检查合规。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72768"/>
            <a:ext cx="333756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709928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Microsoft YaHei"/>
              </a:rPr>
              <a:t>内容制作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084832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制作短视频、轮播、文案和多语言帖子。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72768"/>
            <a:ext cx="333756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709928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Microsoft YaHei"/>
              </a:rPr>
              <a:t>社交放大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084832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设计投票、评论、UGC 和分享机制。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081528"/>
            <a:ext cx="333756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218688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72B6"/>
                </a:solidFill>
                <a:latin typeface="Microsoft YaHei"/>
              </a:rPr>
              <a:t>投资线索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593592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制作投资帖、WhatsApp 话术、FAQ 和跟进流程。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081528"/>
            <a:ext cx="333756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218688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78BFA"/>
                </a:solidFill>
                <a:latin typeface="Microsoft YaHei"/>
              </a:rPr>
              <a:t>合作拓展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593592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寻找创作者、歌手、美容、酒店、宠物社群和活动伙伴。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081528"/>
            <a:ext cx="333756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3218688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Microsoft YaHei"/>
              </a:rPr>
              <a:t>数据优化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3593592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追踪曝光、分享、地图点击、询盘、通话和注册。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0080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KTV | 游戏屋 | 美容 | 宠物咖啡厅 | 海景 Live House | 盲盒奖励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6291072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ROI 为目标，并非保证收益。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投资者简报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icrosoft YaHei"/>
              </a:rPr>
              <a:t>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巴淡岛清晰到店地址，方便顾客和投资者招待。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577840" cy="242316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D477"/>
                </a:solidFill>
                <a:latin typeface="Microsoft YaHei"/>
              </a:rPr>
              <a:t>Ruko Oceanic Bliss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48463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Microsoft YaHei"/>
              </a:rPr>
              <a:t>Ruko Oceanic Bliss, Jl. Pasir Putih Harbourfront - Batam Centre.49 blok A. 51, Sadai, Bengkong, Batam City, Riau Islands 29444</a:t>
            </a:r>
          </a:p>
        </p:txBody>
      </p:sp>
      <p:sp>
        <p:nvSpPr>
          <p:cNvPr id="12" name="TextBox 11">
            <a:hlinkClick r:id="rId2"/>
          </p:cNvPr>
          <p:cNvSpPr txBox="1"/>
          <p:nvPr/>
        </p:nvSpPr>
        <p:spPr>
          <a:xfrm>
            <a:off x="96012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Microsoft YaHei"/>
              </a:rPr>
              <a:t>打开 Google 地图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3408" y="1691640"/>
            <a:ext cx="4160520" cy="2423160"/>
          </a:xfrm>
          <a:prstGeom prst="roundRect">
            <a:avLst/>
          </a:prstGeom>
          <a:solidFill>
            <a:srgbClr val="083D44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148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8D477"/>
                </a:solidFill>
                <a:latin typeface="Microsoft YaHei"/>
              </a:rPr>
              <a:t>巴淡岛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7315200" y="30632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打开 Google 地图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KTV | 游戏屋 | 美容 | 宠物咖啡厅 | 海景 Live House | 盲盒奖励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6291072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ROI 为目标，并非保证收益。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投资者简报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icrosoft YaHei"/>
              </a:rPr>
              <a:t>下一步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通过法律审核、内容资产和合作拓展，把兴趣转化为启动执行。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0287000" cy="68580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99578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Microsoft YaHei"/>
              </a:rPr>
              <a:t>1. 完成合约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12264"/>
            <a:ext cx="995781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法律审核 ROI 目标语言、派发规则、风险披露和推荐扣减。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42032"/>
            <a:ext cx="10287000" cy="68580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679192"/>
            <a:ext cx="99578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D477"/>
                </a:solidFill>
                <a:latin typeface="Microsoft YaHei"/>
              </a:rPr>
              <a:t>2. 启动内容引擎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054096"/>
            <a:ext cx="995781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每日短视频、楼层导览、Doluruu 内容和活动内容。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83864"/>
            <a:ext cx="10287000" cy="68580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621024"/>
            <a:ext cx="99578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Microsoft YaHei"/>
              </a:rPr>
              <a:t>3. 开始投资者沟通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995928"/>
            <a:ext cx="995781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使用简报、网站、WhatsApp 话术和到店招待额度。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25696"/>
            <a:ext cx="10287000" cy="68580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562856"/>
            <a:ext cx="99578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72B6"/>
                </a:solidFill>
                <a:latin typeface="Microsoft YaHei"/>
              </a:rPr>
              <a:t>4. 招募楼层团队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937760"/>
            <a:ext cx="9957816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主持、歌手、美容师、宠物咖啡员工、活动人员和推广员。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9966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本简报为业务和营销草稿。ROI 为目标，并非保证收益。投资合同、派发规则、利润计算、推荐扣减、合规要求和风险披露，应在上线前由合资格法律和财务专业人士审核。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KTV | 游戏屋 | 美容 | 宠物咖啡厅 | 海景 Live House | 盲盒奖励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6291072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ROI 为目标，并非保证收益。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