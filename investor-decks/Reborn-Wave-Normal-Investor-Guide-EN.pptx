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417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Reborn Wave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2311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D477"/>
                </a:solidFill>
                <a:latin typeface="Aptos"/>
              </a:rPr>
              <a:t>$500 - $10,000 Investor Package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871216"/>
            <a:ext cx="5440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Choose the business you believe in, receive daily project tokens, share in monthly business profit pools, and grow token value as more investors join.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_1764558901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042415"/>
            <a:ext cx="4069080" cy="2212848"/>
          </a:xfrm>
          <a:prstGeom prst="rect">
            <a:avLst/>
          </a:prstGeom>
        </p:spPr>
      </p:pic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547872"/>
            <a:ext cx="1920240" cy="1115568"/>
          </a:xfrm>
          <a:prstGeom prst="rect">
            <a:avLst/>
          </a:prstGeom>
        </p:spPr>
      </p:pic>
      <p:pic>
        <p:nvPicPr>
          <p:cNvPr id="13" name="Picture 12" descr="doluruu-female-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91840"/>
            <a:ext cx="1024128" cy="1024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84848" y="50749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D477"/>
                </a:solidFill>
                <a:latin typeface="Aptos"/>
              </a:rPr>
              <a:t>Portal: rebornwave.group/investor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Investor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Each package gives club spending credit, project shares, referral bonus, and selected travel/entertainment gifts.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00200"/>
            <a:ext cx="123444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600200"/>
            <a:ext cx="182880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7" y="171907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Spending credit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048" y="1600200"/>
            <a:ext cx="123444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71907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Shares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600200"/>
            <a:ext cx="150876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719072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Referral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6248" y="1600200"/>
            <a:ext cx="3794760" cy="457200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19072"/>
            <a:ext cx="3703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Extra gift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103120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240279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$500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4248" y="2103120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2240279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$500 credit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3048" y="2103120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1" y="2240279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1 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7488" y="2103120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1" y="2240279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10% referral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6248" y="2103120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240279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2670048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2807208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$1,000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4248" y="2670048"/>
            <a:ext cx="182880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9112" y="2807208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$1,000 credit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2670048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1" y="2807208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2 shares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2670048"/>
            <a:ext cx="1508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2351" y="2807208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10% referral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56248" y="2670048"/>
            <a:ext cx="3794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2807208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2D1N company tour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3236976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" y="3374136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$3,000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3236976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39112" y="3374136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$3,000 credit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3048" y="3236976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67911" y="3374136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6 shares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3236976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02351" y="3374136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10% referral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6248" y="3236976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1112" y="3374136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3D2N visit + entertainment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3803904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" y="3941064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$5,000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84248" y="3803904"/>
            <a:ext cx="182880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39112" y="3941064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$7,000 credit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13048" y="3803904"/>
            <a:ext cx="123444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67911" y="3941064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10 shares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7488" y="3803904"/>
            <a:ext cx="1508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1" y="3941064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10% referral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56248" y="3803904"/>
            <a:ext cx="3794760" cy="530352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11112" y="3941064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3D2N visit + entertainment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8" y="4370831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4507992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$10,000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84248" y="4370831"/>
            <a:ext cx="182880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39112" y="4507992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$15,000 credit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13048" y="4370831"/>
            <a:ext cx="123444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67911" y="4507992"/>
            <a:ext cx="1124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8D477"/>
                </a:solidFill>
                <a:latin typeface="Aptos"/>
              </a:rPr>
              <a:t>20 shares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47488" y="4370831"/>
            <a:ext cx="1508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02351" y="4507992"/>
            <a:ext cx="13990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10% referral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56248" y="4370831"/>
            <a:ext cx="3794760" cy="530352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11112" y="4507992"/>
            <a:ext cx="36850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3D2N visit + entertainment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9808" y="5074920"/>
            <a:ext cx="97383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5202936"/>
            <a:ext cx="9409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Shared pool upside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568696"/>
            <a:ext cx="940917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Each share is based on $500 participation for two years. 40% of the company shared pool is allocated to participating investors, with projected 5-10x upside potential, not guaranteed.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Choose The Business To Invest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Investors vote with allocation units. The selected business decides which project tokens they earn daily.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KTV Lounge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Singing, rooms, hosting, competitions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Beauty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Salon services and glow-up packages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Game 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Kids, family games, redemption 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0896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3697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Live 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0273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Sea-view band, dance, performances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08960"/>
            <a:ext cx="3246120" cy="107899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23697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Pet Cafe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02736"/>
            <a:ext cx="2916936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Food, drinks, pets, blindbox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36592"/>
            <a:ext cx="10287000" cy="7863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864607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Allocation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230368"/>
            <a:ext cx="9957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 package units must be fully allocated. Example: $10,000 Anchor Pack gives 20 units; investor chooses how many units go to each business.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Daily Tokens + Growing Token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Tokens reward participation and connect investors to the businesses they choose.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1 unit = 1 token/day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Daily token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Pool / active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Token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Value grows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Package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719072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82880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Token -&gt; cash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130552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Sell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Claim 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Investors press Claim Daily Project Tokens in the dashboard. Tokens match their active allocation units.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Value can increase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When more people join, part of package activity enters the global token pool, supporting token price.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90672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2186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Sell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84448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Investors can sell eligible active tokens into the cash wallet when pool liquidity is available.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00600"/>
            <a:ext cx="98298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92861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Simple 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94376"/>
            <a:ext cx="95006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$5,000 Founder Pack = 10 units. If 4 units are in KTV and 6 in Live House, daily claim earns 4 KTV tokens + 6 Live House tokens.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Monthly Business Profit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The business profit model rewards investors who voted for each business.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Business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verified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Investor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To voters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00784"/>
            <a:ext cx="15544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1051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1226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Basis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Who receives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Investors who allocated units to that business are treated as voters for that business.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How it splits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40% of monthly net profit is split by active units/votes for that business.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3063240" cy="128016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What admin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57016"/>
            <a:ext cx="2734056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Sales, operating costs, net profit, investor unit totals, and payout approval.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00600"/>
            <a:ext cx="98298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92861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Example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94376"/>
            <a:ext cx="95006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If Pet Cafe has $10,000 verified monthly net profit, $4,000 goes to the Pet Cafe voter pool and is split by Pet Cafe allocation units.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Referral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Investors can invite others and earn rewards when referred investors purchase packages.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Level 1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Level 2 reward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00784"/>
            <a:ext cx="23317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810512"/>
            <a:ext cx="2112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Cash + spending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12264"/>
            <a:ext cx="21122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Reward wallets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00784"/>
            <a:ext cx="15544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1051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INV-xxxx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12264"/>
            <a:ext cx="1335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Referral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Level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Direct inviter receives referral reward when their invited investor buys a package.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Level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Second-level inviter can receive an additional smaller reward when eligible.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063240"/>
            <a:ext cx="306324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319125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Pool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557016"/>
            <a:ext cx="273405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Unassigned referral reward can flow back into the token pool, supporting token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54880"/>
            <a:ext cx="98298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882896"/>
            <a:ext cx="9500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Reward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248656"/>
            <a:ext cx="95006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The system records referral rewards in cash wallet and spending wallet so investors can withdraw part and use part inside the club.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How To Top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The portal supports USDT BEP20 top-up and admin-confirmed crediting.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1. Register /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Open rebornwave.group/investor/login and enter the investor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2. Choose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Pick $500, $1,000, $3,000, $5,000, or $10,000 package.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3. Connect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Connect BEP20 wallet or use manual payment proof if admin allows.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4. Send USDT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Send the exact package amount to the Reborn Wave admin wallet.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5. Submit TX 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Paste transaction hash in dashboard for confirmation.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6. Cash wallet credited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Once confirmed, cash balance is credited and can be used to purchase the package.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10912"/>
            <a:ext cx="10287000" cy="7132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138928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Safety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504688"/>
            <a:ext cx="9957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Only use the wallet address shown in the investor dashboard or confirmed by official Reborn Wave admin.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How To Buy A Package + Allocate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After top-up, the investor purchases a package and chooses project allocation.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Select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Choose the package amount. The system calculates units automatically at $500 per unit.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Allocate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Choose how many units go into each business project before purchase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1627632"/>
            <a:ext cx="3246120" cy="120700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Confirm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121408"/>
            <a:ext cx="2916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Cash wallet pays for the package and the dashboard records purchase + allocations.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Example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$1,000 Builder Pack = 2 units. Investor chooses 1 KTV unit and 1 Pet Cafe unit.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Example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$10,000 Anchor Pack = 20 units. Investor chooses 8 Live House, 6 KTV, 4 Pet Cafe, 2 Beauty.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74920"/>
            <a:ext cx="102870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202936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After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68696"/>
            <a:ext cx="99578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Investors can claim daily project tokens, track token balances, view referrals, sell tokens, request withdrawals, and spend by QR wallet.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How To Use The Investor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The dashboard is where investors manage top-up, packages, tokens, spending, referrals, and withdrawals.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Choose package and allocate units to selected businesses.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Top-ups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Credit wallet using USDT transaction hash or admin-confirmed payment.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00200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93976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Claim daily project tokens and see active/sold token balances.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Sell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Sell eligible tokens to cash wallet based on current pool price.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QR spending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Use spending wallet inside the club with investor QR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172968"/>
            <a:ext cx="3246120" cy="11155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00984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Withdrawals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66744"/>
            <a:ext cx="2916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Request cash wallet withdrawal to approved payout wallet.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29200"/>
            <a:ext cx="1028700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157216"/>
            <a:ext cx="9957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Dashboard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522976"/>
            <a:ext cx="99578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Investor home: rebornwave.group/investor   |   Login/Register: rebornwave.group/investor/login   |   Dashboard: rebornwave.group/investor/dashboard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Rules, Reports, And Risk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Clear records protect investors, operators, and Reborn Wave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Profit sharing should use verified revenue, costs, net profit, and approved payout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Token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Token value depends on pool balance and active token supply. Price can rise or fall.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1627632"/>
            <a:ext cx="3246120" cy="1234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1755648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Admin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121408"/>
            <a:ext cx="291693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Top-ups, withdrawals, package settings, and business reports need admin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No guarantee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More investors joining can increase pool value, but returns are not guaranteed and depend on actual system activity.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3364992"/>
            <a:ext cx="4983480" cy="1243584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3493008"/>
            <a:ext cx="4654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Professional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3858768"/>
            <a:ext cx="465429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Before public launch, contract, securities rules, tax, accounting, licenses, and investor risk disclosure must be reviewed.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This deck explains the planned investor system. Returns, token value, referral rewards, and profit sharing are projections and are not guaranteed. Legal, tax, accounting, and licensing review is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NORMAL INVESTOR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Investor Journey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From new account to package purchase and daily rewards.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07008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33502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1. Create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700784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Register at rebornwave.group/investor/login.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04825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2. Top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414016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Send USDT BEP20 and submit transaction hash.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33472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76148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3. Buy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127248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Choose $500 to $10,000 package.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46704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474720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4. Pick businesses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840480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Allocate units to KTV, Beauty, Game House, Live House, or Pet Cafe.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59936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8795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5. Claim 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553712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Collect project tokens every day from the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73168"/>
            <a:ext cx="9966960" cy="53035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90118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6. Earn + manage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266944"/>
            <a:ext cx="9637776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Track token value, referrals, 40% profit pools, QR spending, and withdrawals.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509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This deck explains the planned investor system. Returns, token value, referral rewards, and profit sharing are projections and are not guaranteed. Legal, tax, accounting, and licensing review is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Investor Package + Token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63550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Projected returns only, not guaranteed.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