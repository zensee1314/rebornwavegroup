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w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41732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YaHei"/>
              </a:rPr>
              <a:t>Reborn Wave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231136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8D477"/>
                </a:solidFill>
                <a:latin typeface="Microsoft YaHei"/>
              </a:rPr>
              <a:t>$500 - $10,000 投资配套指南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871216"/>
            <a:ext cx="5440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Microsoft YaHei"/>
              </a:rPr>
              <a:t>选择你看好的业务，获得每日项目 Token，参与每月业务利润池，并随着更多投资人加入推动 Token 池价值成长。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822960"/>
            <a:ext cx="4709160" cy="5120640"/>
          </a:xfrm>
          <a:prstGeom prst="roundRect">
            <a:avLst/>
          </a:prstGeom>
          <a:solidFill>
            <a:srgbClr val="0D3A41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_17645589010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1042415"/>
            <a:ext cx="4069080" cy="2212848"/>
          </a:xfrm>
          <a:prstGeom prst="rect">
            <a:avLst/>
          </a:prstGeom>
        </p:spPr>
      </p:pic>
      <p:pic>
        <p:nvPicPr>
          <p:cNvPr id="12" name="Picture 11" descr="doluruu-blindbox-box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3547872"/>
            <a:ext cx="1920240" cy="1115568"/>
          </a:xfrm>
          <a:prstGeom prst="rect">
            <a:avLst/>
          </a:prstGeom>
        </p:spPr>
      </p:pic>
      <p:pic>
        <p:nvPicPr>
          <p:cNvPr id="13" name="Picture 12" descr="doluruu-female-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3291840"/>
            <a:ext cx="1024128" cy="10241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84848" y="5074920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D477"/>
                </a:solidFill>
                <a:latin typeface="Microsoft YaHei"/>
              </a:rPr>
              <a:t>投资入口: rebornwave.group/investor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6492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Microsoft YaHei"/>
              </a:rPr>
              <a:t>Reborn Wave Group | 投资配套 + Token 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63550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Microsoft YaHei"/>
              </a:rPr>
              <a:t>预测回报，不保证收益。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Microsoft YaHei"/>
              </a:rPr>
              <a:t>REBORN WAVE GROUP | 普通投资人指南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投资配套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Microsoft YaHei"/>
              </a:rPr>
              <a:t>每个配套包含俱乐部消费额度、项目股份、推荐奖励，以及部分配套的参观娱乐礼遇。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00200"/>
            <a:ext cx="1234440" cy="457200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19072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金额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600200"/>
            <a:ext cx="1828800" cy="457200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29967" y="1719072"/>
            <a:ext cx="1737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消费额度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13048" y="1600200"/>
            <a:ext cx="1234440" cy="457200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8768" y="1719072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股份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47488" y="1600200"/>
            <a:ext cx="1508760" cy="457200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3207" y="1719072"/>
            <a:ext cx="14173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推荐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56248" y="1600200"/>
            <a:ext cx="3794760" cy="457200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719072"/>
            <a:ext cx="3703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额外礼遇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103120"/>
            <a:ext cx="123444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2240279"/>
            <a:ext cx="1124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$500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84248" y="2103120"/>
            <a:ext cx="182880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39112" y="2240279"/>
            <a:ext cx="1719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8D477"/>
                </a:solidFill>
                <a:latin typeface="Microsoft YaHei"/>
              </a:rPr>
              <a:t>$500 消费额度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3048" y="2103120"/>
            <a:ext cx="123444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67911" y="2240279"/>
            <a:ext cx="1124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8D477"/>
                </a:solidFill>
                <a:latin typeface="Microsoft YaHei"/>
              </a:rPr>
              <a:t>1 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47488" y="2103120"/>
            <a:ext cx="150876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2351" y="2240279"/>
            <a:ext cx="139903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Microsoft YaHei"/>
              </a:rPr>
              <a:t>10% 推荐奖励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6248" y="2103120"/>
            <a:ext cx="379476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1112" y="2240279"/>
            <a:ext cx="36850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Microsoft YaHei"/>
              </a:rP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2670048"/>
            <a:ext cx="1234440" cy="530352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1" y="2807208"/>
            <a:ext cx="1124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$1,000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84248" y="2670048"/>
            <a:ext cx="1828800" cy="530352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39112" y="2807208"/>
            <a:ext cx="1719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8D477"/>
                </a:solidFill>
                <a:latin typeface="Microsoft YaHei"/>
              </a:rPr>
              <a:t>$1,000 消费额度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13048" y="2670048"/>
            <a:ext cx="1234440" cy="530352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67911" y="2807208"/>
            <a:ext cx="1124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8D477"/>
                </a:solidFill>
                <a:latin typeface="Microsoft YaHei"/>
              </a:rPr>
              <a:t>2 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47488" y="2670048"/>
            <a:ext cx="1508760" cy="530352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02351" y="2807208"/>
            <a:ext cx="139903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Microsoft YaHei"/>
              </a:rPr>
              <a:t>10% 推荐奖励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56248" y="2670048"/>
            <a:ext cx="3794760" cy="530352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11112" y="2807208"/>
            <a:ext cx="36850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Microsoft YaHei"/>
              </a:rPr>
              <a:t>2天1夜公司参观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3236976"/>
            <a:ext cx="123444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3374136"/>
            <a:ext cx="1124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$3,000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3236976"/>
            <a:ext cx="182880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39112" y="3374136"/>
            <a:ext cx="1719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8D477"/>
                </a:solidFill>
                <a:latin typeface="Microsoft YaHei"/>
              </a:rPr>
              <a:t>$3,000 消费额度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13048" y="3236976"/>
            <a:ext cx="123444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67911" y="3374136"/>
            <a:ext cx="1124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8D477"/>
                </a:solidFill>
                <a:latin typeface="Microsoft YaHei"/>
              </a:rPr>
              <a:t>6 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47488" y="3236976"/>
            <a:ext cx="150876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02351" y="3374136"/>
            <a:ext cx="139903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Microsoft YaHei"/>
              </a:rPr>
              <a:t>10% 推荐奖励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56248" y="3236976"/>
            <a:ext cx="379476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11112" y="3374136"/>
            <a:ext cx="36850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Microsoft YaHei"/>
              </a:rPr>
              <a:t>3天2夜参观 + 娱乐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" y="3803904"/>
            <a:ext cx="1234440" cy="530352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1" y="3941064"/>
            <a:ext cx="1124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$5,000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84248" y="3803904"/>
            <a:ext cx="1828800" cy="530352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39112" y="3941064"/>
            <a:ext cx="1719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8D477"/>
                </a:solidFill>
                <a:latin typeface="Microsoft YaHei"/>
              </a:rPr>
              <a:t>$7,000 消费额度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13048" y="3803904"/>
            <a:ext cx="1234440" cy="530352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67911" y="3941064"/>
            <a:ext cx="1124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8D477"/>
                </a:solidFill>
                <a:latin typeface="Microsoft YaHei"/>
              </a:rPr>
              <a:t>10 股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47488" y="3803904"/>
            <a:ext cx="1508760" cy="530352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02351" y="3941064"/>
            <a:ext cx="139903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Microsoft YaHei"/>
              </a:rPr>
              <a:t>10% 推荐奖励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56248" y="3803904"/>
            <a:ext cx="3794760" cy="530352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11112" y="3941064"/>
            <a:ext cx="36850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Microsoft YaHei"/>
              </a:rPr>
              <a:t>3天2夜参观 + 娱乐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9808" y="4370831"/>
            <a:ext cx="123444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1" y="4507992"/>
            <a:ext cx="1124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$10,000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84248" y="4370831"/>
            <a:ext cx="182880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39112" y="4507992"/>
            <a:ext cx="1719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8D477"/>
                </a:solidFill>
                <a:latin typeface="Microsoft YaHei"/>
              </a:rPr>
              <a:t>$15,000 消费额度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13048" y="4370831"/>
            <a:ext cx="123444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67911" y="4507992"/>
            <a:ext cx="1124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8D477"/>
                </a:solidFill>
                <a:latin typeface="Microsoft YaHei"/>
              </a:rPr>
              <a:t>20 股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47488" y="4370831"/>
            <a:ext cx="150876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102351" y="4507992"/>
            <a:ext cx="139903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Microsoft YaHei"/>
              </a:rPr>
              <a:t>10% 推荐奖励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56248" y="4370831"/>
            <a:ext cx="379476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11112" y="4507992"/>
            <a:ext cx="36850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Microsoft YaHei"/>
              </a:rPr>
              <a:t>3天2夜参观 + 娱乐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49808" y="5074920"/>
            <a:ext cx="97383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4400" y="5202936"/>
            <a:ext cx="9409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Microsoft YaHei"/>
              </a:rPr>
              <a:t>共享池潜在收益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" y="5568696"/>
            <a:ext cx="940917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Microsoft YaHei"/>
              </a:rPr>
              <a:t>每股以 $500 参与额计算，有效期两年。公司 40% 共享池分配给参与投资人，并有机会获得 5-10 倍潜在回报；此为预测，不保证收益。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6446520"/>
            <a:ext cx="6492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Microsoft YaHei"/>
              </a:rPr>
              <a:t>Reborn Wave Group | 投资配套 + Token 系统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89520" y="63550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Microsoft YaHei"/>
              </a:rPr>
              <a:t>预测回报，不保证收益。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Microsoft YaHei"/>
              </a:rPr>
              <a:t>REBORN WAVE GROUP | 普通投资人指南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选择要投资的业务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Microsoft YaHei"/>
              </a:rPr>
              <a:t>投资人用分配单位投票选择业务。选择的业务决定每日获得哪一种项目 Token。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00200"/>
            <a:ext cx="3246120" cy="107899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28216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Microsoft YaHei"/>
              </a:rPr>
              <a:t>KTV Lounge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93976"/>
            <a:ext cx="291693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唱歌、包厢、接待、比赛活动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600200"/>
            <a:ext cx="3246120" cy="107899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1728216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Microsoft YaHei"/>
              </a:rPr>
              <a:t>Beauty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093976"/>
            <a:ext cx="291693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美容美发、妆造、活动前造型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00200"/>
            <a:ext cx="3246120" cy="107899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28216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Microsoft YaHei"/>
              </a:rPr>
              <a:t>Game House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93976"/>
            <a:ext cx="291693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儿童、家庭游戏、兑换玩法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108960"/>
            <a:ext cx="3246120" cy="107899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236976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Microsoft YaHei"/>
              </a:rPr>
              <a:t>Live House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602736"/>
            <a:ext cx="291693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海景乐队、舞池、现场表演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688" y="3108960"/>
            <a:ext cx="3246120" cy="107899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79" y="3236976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Microsoft YaHei"/>
              </a:rPr>
              <a:t>Pet Cafe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3602736"/>
            <a:ext cx="291693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餐饮、宠物、盲盒内容与社群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736592"/>
            <a:ext cx="10287000" cy="786384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864607"/>
            <a:ext cx="9957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Microsoft YaHei"/>
              </a:rPr>
              <a:t>分配规则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230368"/>
            <a:ext cx="99578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投资配套的单位必须完整分配。例子: $10,000 Anchor Pack 有 20 单位，投资人可决定每个业务放多少单位。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6492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Microsoft YaHei"/>
              </a:rPr>
              <a:t>Reborn Wave Group | 投资配套 + Token 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63550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Microsoft YaHei"/>
              </a:rPr>
              <a:t>预测回报，不保证收益。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Microsoft YaHei"/>
              </a:rPr>
              <a:t>REBORN WAVE GROUP | 普通投资人指南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每日 Token + Token 价值成长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Microsoft YaHei"/>
              </a:rPr>
              <a:t>Token 用来奖励参与，并把投资人与所选择的业务连接起来。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19072"/>
            <a:ext cx="21945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828800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Microsoft YaHei"/>
              </a:rPr>
              <a:t>1 单位 = 1 Token/天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30552"/>
            <a:ext cx="19751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Microsoft YaHei"/>
              </a:rPr>
              <a:t>每日规则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719072"/>
            <a:ext cx="21945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828800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Microsoft YaHei"/>
              </a:rPr>
              <a:t>资金池 / 活跃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2130552"/>
            <a:ext cx="19751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Microsoft YaHei"/>
              </a:rPr>
              <a:t>Token 价格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1719072"/>
            <a:ext cx="21945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07608" y="1828800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Microsoft YaHei"/>
              </a:rPr>
              <a:t>价值成长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7608" y="2130552"/>
            <a:ext cx="19751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Microsoft YaHei"/>
              </a:rPr>
              <a:t>配套资金池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1719072"/>
            <a:ext cx="21945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67928" y="1828800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72B6"/>
                </a:solidFill>
                <a:latin typeface="Microsoft YaHei"/>
              </a:rPr>
              <a:t>Token -&gt; 现金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2130552"/>
            <a:ext cx="19751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Microsoft YaHei"/>
              </a:rPr>
              <a:t>出售选项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090672"/>
            <a:ext cx="3063240" cy="1234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218688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Microsoft YaHei"/>
              </a:rPr>
              <a:t>每日领取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3584448"/>
            <a:ext cx="273405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投资人在后台点击领取每日项目 Token。Token 数量按活跃分配单位计算。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3090672"/>
            <a:ext cx="3063240" cy="1234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5112" y="3218688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Microsoft YaHei"/>
              </a:rPr>
              <a:t>价值可成长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5112" y="3584448"/>
            <a:ext cx="273405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当更多人加入时，部分配套活动进入全局 Token 池，支持 Token 价格。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3090672"/>
            <a:ext cx="3063240" cy="1234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08392" y="3218688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Microsoft YaHei"/>
              </a:rPr>
              <a:t>出售 Token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08392" y="3584448"/>
            <a:ext cx="273405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当资金池有流动性时，投资人可把符合条件的 Token 卖回现金钱包。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800600"/>
            <a:ext cx="982980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4928616"/>
            <a:ext cx="9500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Microsoft YaHei"/>
              </a:rPr>
              <a:t>简单例子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" y="5294376"/>
            <a:ext cx="950061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$5,000 Founder Pack = 10 单位。若 4 单位放 KTV、6 单位放 Live House，每日可领 4 KTV Token + 6 Live House Token。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6492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Microsoft YaHei"/>
              </a:rPr>
              <a:t>Reborn Wave Group | 投资配套 + Token 系统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63550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Microsoft YaHei"/>
              </a:rPr>
              <a:t>预测回报，不保证收益。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Microsoft YaHei"/>
              </a:rPr>
              <a:t>REBORN WAVE GROUP | 普通投资人指南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每月业务利润池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Microsoft YaHei"/>
              </a:rPr>
              <a:t>业务利润模型奖励投票支持该业务的投资人。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700784"/>
            <a:ext cx="23317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1810512"/>
            <a:ext cx="2112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Microsoft YaHei"/>
              </a:rPr>
              <a:t>业务报告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112264"/>
            <a:ext cx="21122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Microsoft YaHei"/>
              </a:rPr>
              <a:t>每月核实利润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700784"/>
            <a:ext cx="23317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1810512"/>
            <a:ext cx="2112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Microsoft YaHei"/>
              </a:rP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112264"/>
            <a:ext cx="21122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Microsoft YaHei"/>
              </a:rPr>
              <a:t>投资人池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700784"/>
            <a:ext cx="23317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810512"/>
            <a:ext cx="2112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Microsoft YaHei"/>
              </a:rPr>
              <a:t>投票者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112264"/>
            <a:ext cx="21122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Microsoft YaHei"/>
              </a:rPr>
              <a:t>分配对象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700784"/>
            <a:ext cx="15544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810512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72B6"/>
                </a:solidFill>
                <a:latin typeface="Microsoft YaHei"/>
              </a:rPr>
              <a:t>单位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2112264"/>
            <a:ext cx="1335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Microsoft YaHei"/>
              </a:rPr>
              <a:t>依据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063240"/>
            <a:ext cx="3063240" cy="128016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191256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Microsoft YaHei"/>
              </a:rPr>
              <a:t>谁可获得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3557016"/>
            <a:ext cx="2734056" cy="71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把单位分配到该业务的投资人，会被视为该业务的投票者。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3063240"/>
            <a:ext cx="3063240" cy="128016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5112" y="3191256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Microsoft YaHei"/>
              </a:rPr>
              <a:t>如何分配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5112" y="3557016"/>
            <a:ext cx="2734056" cy="71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每月净利润的 40% 按该业务活跃单位/投票比例分配。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3063240"/>
            <a:ext cx="3063240" cy="128016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08392" y="3191256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Microsoft YaHei"/>
              </a:rPr>
              <a:t>后台审核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08392" y="3557016"/>
            <a:ext cx="2734056" cy="71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审核销售、成本、净利润、投资人单位总数与 payout 批准。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800600"/>
            <a:ext cx="982980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4928616"/>
            <a:ext cx="9500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Microsoft YaHei"/>
              </a:rPr>
              <a:t>例子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" y="5294376"/>
            <a:ext cx="950061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若 Pet Cafe 每月核实净利润为 $10,000，则 $4,000 进入 Pet Cafe 投票者利润池，并按 Pet Cafe 单位分配。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6492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Microsoft YaHei"/>
              </a:rPr>
              <a:t>Reborn Wave Group | 投资配套 + Token 系统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63550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Microsoft YaHei"/>
              </a:rPr>
              <a:t>预测回报，不保证收益。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Microsoft YaHei"/>
              </a:rPr>
              <a:t>REBORN WAVE GROUP | 普通投资人指南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推荐系统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Microsoft YaHei"/>
              </a:rPr>
              <a:t>投资人可邀请别人加入，并在被推荐人购买配套时获得奖励。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700784"/>
            <a:ext cx="23317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1810512"/>
            <a:ext cx="2112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Microsoft YaHei"/>
              </a:rPr>
              <a:t>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112264"/>
            <a:ext cx="21122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Microsoft YaHei"/>
              </a:rPr>
              <a:t>一级奖励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700784"/>
            <a:ext cx="23317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1810512"/>
            <a:ext cx="2112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Microsoft YaHei"/>
              </a:rPr>
              <a:t>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112264"/>
            <a:ext cx="21122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Microsoft YaHei"/>
              </a:rPr>
              <a:t>二级奖励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700784"/>
            <a:ext cx="23317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810512"/>
            <a:ext cx="2112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Microsoft YaHei"/>
              </a:rPr>
              <a:t>现金 + 消费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112264"/>
            <a:ext cx="21122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Microsoft YaHei"/>
              </a:rPr>
              <a:t>奖励钱包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700784"/>
            <a:ext cx="15544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810512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72B6"/>
                </a:solidFill>
                <a:latin typeface="Microsoft YaHei"/>
              </a:rPr>
              <a:t>INV-xxxx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2112264"/>
            <a:ext cx="1335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Microsoft YaHei"/>
              </a:rPr>
              <a:t>推荐码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063240"/>
            <a:ext cx="3063240" cy="1234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191256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Microsoft YaHei"/>
              </a:rPr>
              <a:t>一级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3557016"/>
            <a:ext cx="273405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直接邀请人可在被邀请投资人购买配套后获得推荐奖励。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3063240"/>
            <a:ext cx="3063240" cy="1234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5112" y="3191256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Microsoft YaHei"/>
              </a:rPr>
              <a:t>二级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5112" y="3557016"/>
            <a:ext cx="273405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符合条件时，第二层邀请人可获得较小比例的奖励。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3063240"/>
            <a:ext cx="3063240" cy="1234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08392" y="3191256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Microsoft YaHei"/>
              </a:rPr>
              <a:t>支持资金池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08392" y="3557016"/>
            <a:ext cx="273405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无人领取的推荐奖励可回流 Token 池，支持 Token 价值。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754880"/>
            <a:ext cx="9829800" cy="7132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4882896"/>
            <a:ext cx="9500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Microsoft YaHei"/>
              </a:rPr>
              <a:t>奖励分配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" y="5248656"/>
            <a:ext cx="95006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系统会把推荐奖励记录到现金钱包与消费钱包，让投资人一部分可提现，一部分可在俱乐部使用。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6492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Microsoft YaHei"/>
              </a:rPr>
              <a:t>Reborn Wave Group | 投资配套 + Token 系统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63550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Microsoft YaHei"/>
              </a:rPr>
              <a:t>预测回报，不保证收益。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Microsoft YaHei"/>
              </a:rPr>
              <a:t>REBORN WAVE GROUP | 普通投资人指南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如何充值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Microsoft YaHei"/>
              </a:rPr>
              <a:t>投资人后台支持 USDT BEP20 充值，并由管理员确认入账。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00200"/>
            <a:ext cx="324612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28216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Microsoft YaHei"/>
              </a:rPr>
              <a:t>1. 注册 / 登录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93976"/>
            <a:ext cx="2916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Microsoft YaHei"/>
              </a:rPr>
              <a:t>进入 rebornwave.group/investor/login 打开投资人后台。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600200"/>
            <a:ext cx="324612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1728216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Microsoft YaHei"/>
              </a:rPr>
              <a:t>2. 选择配套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093976"/>
            <a:ext cx="2916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Microsoft YaHei"/>
              </a:rPr>
              <a:t>选择 $500、$1,000、$3,000、$5,000 或 $10,000 配套。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00200"/>
            <a:ext cx="324612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28216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Microsoft YaHei"/>
              </a:rPr>
              <a:t>3. 连接钱包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93976"/>
            <a:ext cx="2916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Microsoft YaHei"/>
              </a:rPr>
              <a:t>连接 BEP20 钱包，或在管理员允许时使用人工付款凭证。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172968"/>
            <a:ext cx="324612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300984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Microsoft YaHei"/>
              </a:rPr>
              <a:t>4. 转 USDT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666744"/>
            <a:ext cx="2916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Microsoft YaHei"/>
              </a:rPr>
              <a:t>把准确金额转到 Reborn Wave 管理员钱包。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688" y="3172968"/>
            <a:ext cx="324612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79" y="3300984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Microsoft YaHei"/>
              </a:rPr>
              <a:t>5. 提交 TX Hash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3666744"/>
            <a:ext cx="2916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Microsoft YaHei"/>
              </a:rPr>
              <a:t>在后台粘贴交易哈希等待确认。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3172968"/>
            <a:ext cx="324612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300984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Microsoft YaHei"/>
              </a:rPr>
              <a:t>6. 现金钱包入账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666744"/>
            <a:ext cx="2916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Microsoft YaHei"/>
              </a:rPr>
              <a:t>确认后，现金余额入账，可用于购买投资配套。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010912"/>
            <a:ext cx="10287000" cy="7132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5138928"/>
            <a:ext cx="9957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Microsoft YaHei"/>
              </a:rPr>
              <a:t>安全提醒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5504688"/>
            <a:ext cx="99578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只使用投资人后台显示或 Reborn Wave 官方管理员确认的钱包地址。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6492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Microsoft YaHei"/>
              </a:rPr>
              <a:t>Reborn Wave Group | 投资配套 + Token 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63550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Microsoft YaHei"/>
              </a:rPr>
              <a:t>预测回报，不保证收益。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Microsoft YaHei"/>
              </a:rPr>
              <a:t>REBORN WAVE GROUP | 普通投资人指南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如何购买配套 + 分配单位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Microsoft YaHei"/>
              </a:rPr>
              <a:t>充值后，投资人购买配套并选择项目分配。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3246120" cy="120700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55648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Microsoft YaHei"/>
              </a:rPr>
              <a:t>选择配套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21408"/>
            <a:ext cx="2916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选择金额后，系统会按每 $500 自动计算单位数。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627632"/>
            <a:ext cx="3246120" cy="120700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1755648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Microsoft YaHei"/>
              </a:rPr>
              <a:t>分配单位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2121408"/>
            <a:ext cx="2916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购买确认前，选择每个业务项目要分配多少单位。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62672" y="1627632"/>
            <a:ext cx="3246120" cy="120700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27264" y="1755648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Microsoft YaHei"/>
              </a:rPr>
              <a:t>确认购买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7264" y="2121408"/>
            <a:ext cx="2916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现金钱包支付配套，后台记录购买与单位分配。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364992"/>
            <a:ext cx="4983480" cy="1243584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493008"/>
            <a:ext cx="4654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Microsoft YaHei"/>
              </a:rPr>
              <a:t>例子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858768"/>
            <a:ext cx="465429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Microsoft YaHei"/>
              </a:rPr>
              <a:t>$1,000 Builder Pack = 2 单位。投资人选择 1 KTV 单位 + 1 Pet Cafe 单位。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25312" y="3364992"/>
            <a:ext cx="4983480" cy="1243584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9904" y="3493008"/>
            <a:ext cx="4654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Microsoft YaHei"/>
              </a:rPr>
              <a:t>例子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9904" y="3858768"/>
            <a:ext cx="465429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Microsoft YaHei"/>
              </a:rPr>
              <a:t>$10,000 Anchor Pack = 20 单位。投资人选择 8 Live House、6 KTV、4 Pet Cafe、2 Beauty。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074920"/>
            <a:ext cx="1028700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5202936"/>
            <a:ext cx="9957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Microsoft YaHei"/>
              </a:rPr>
              <a:t>购买后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568696"/>
            <a:ext cx="995781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投资人可每日领取项目 Token、查看推荐、出售 Token、申请提现，并用 QR 钱包在俱乐部消费。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6492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Microsoft YaHei"/>
              </a:rPr>
              <a:t>Reborn Wave Group | 投资配套 + Token 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63550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Microsoft YaHei"/>
              </a:rPr>
              <a:t>预测回报，不保证收益。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Microsoft YaHei"/>
              </a:rPr>
              <a:t>REBORN WAVE GROUP | 普通投资人指南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如何使用投资人后台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Microsoft YaHei"/>
              </a:rPr>
              <a:t>后台用于管理充值、配套、Token、消费、推荐与提现。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00200"/>
            <a:ext cx="324612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28216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Microsoft YaHei"/>
              </a:rPr>
              <a:t>Packages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93976"/>
            <a:ext cx="2916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选择配套并把单位分配到指定业务。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600200"/>
            <a:ext cx="324612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1728216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Microsoft YaHei"/>
              </a:rPr>
              <a:t>Top-ups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093976"/>
            <a:ext cx="2916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使用 USDT 交易哈希或管理员确认付款来入账。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00200"/>
            <a:ext cx="324612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28216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Microsoft YaHei"/>
              </a:rPr>
              <a:t>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93976"/>
            <a:ext cx="2916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每日领取项目 Token，并查看活跃/已售 Token。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172968"/>
            <a:ext cx="324612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300984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Microsoft YaHei"/>
              </a:rPr>
              <a:t>Sell tokens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666744"/>
            <a:ext cx="2916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按当前资金池价格，把符合条件 Token 卖到现金钱包。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688" y="3172968"/>
            <a:ext cx="324612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79" y="3300984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Microsoft YaHei"/>
              </a:rPr>
              <a:t>QR spending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3666744"/>
            <a:ext cx="2916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用消费钱包在俱乐部内扫码消费。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3172968"/>
            <a:ext cx="324612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300984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Microsoft YaHei"/>
              </a:rPr>
              <a:t>Withdrawals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666744"/>
            <a:ext cx="2916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申请把现金钱包提现到批准的钱包地址。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029200"/>
            <a:ext cx="1028700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5157216"/>
            <a:ext cx="9957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Microsoft YaHei"/>
              </a:rPr>
              <a:t>后台链接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5522976"/>
            <a:ext cx="995781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投资首页: rebornwave.group/investor   |   登录/注册: rebornwave.group/investor/login   |   后台: rebornwave.group/investor/dashboard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6492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Microsoft YaHei"/>
              </a:rPr>
              <a:t>Reborn Wave Group | 投资配套 + Token 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63550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Microsoft YaHei"/>
              </a:rPr>
              <a:t>预测回报，不保证收益。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Microsoft YaHei"/>
              </a:rPr>
              <a:t>REBORN WAVE GROUP | 普通投资人指南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规则、报告与风险控制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Microsoft YaHei"/>
              </a:rPr>
              <a:t>清晰记录能保护投资人、运营方与 Reborn Wave Group。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3246120" cy="1234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55648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Microsoft YaHei"/>
              </a:rPr>
              <a:t>每月报告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21408"/>
            <a:ext cx="291693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利润分配应以核实后的收入、成本、净利润与批准后的计算为准。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627632"/>
            <a:ext cx="3246120" cy="1234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1755648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Microsoft YaHei"/>
              </a:rPr>
              <a:t>Token 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2121408"/>
            <a:ext cx="291693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Token 价值取决于资金池余额与活跃 Token 供应，价格可能上涨也可能下降。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62672" y="1627632"/>
            <a:ext cx="3246120" cy="1234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27264" y="1755648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Microsoft YaHei"/>
              </a:rPr>
              <a:t>管理员批准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7264" y="2121408"/>
            <a:ext cx="291693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充值、提现、配套设置与业务报告都需要后台管理控制。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364992"/>
            <a:ext cx="4983480" cy="1243584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493008"/>
            <a:ext cx="4654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Microsoft YaHei"/>
              </a:rPr>
              <a:t>不保证收益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858768"/>
            <a:ext cx="465429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更多投资人加入可推动资金池价值，但收益不保证，取决于真实系统活动。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25312" y="3364992"/>
            <a:ext cx="4983480" cy="1243584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9904" y="3493008"/>
            <a:ext cx="4654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Microsoft YaHei"/>
              </a:rPr>
              <a:t>专业审核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9904" y="3858768"/>
            <a:ext cx="465429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Microsoft YaHei"/>
              </a:rPr>
              <a:t>正式公开前，合约、证券规则、税务、会计、牌照与投资风险披露必须审核。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303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Microsoft YaHei"/>
              </a:rPr>
              <a:t>本简报用于说明计划中的投资系统。回报、Token 价值、推荐奖励与利润分配均为预测，不构成保证。正式推出前需完成法律、税务、会计与牌照合规审核。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6492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Microsoft YaHei"/>
              </a:rPr>
              <a:t>Reborn Wave Group | 投资配套 + Token 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63550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Microsoft YaHei"/>
              </a:rPr>
              <a:t>预测回报，不保证收益。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Microsoft YaHei"/>
              </a:rPr>
              <a:t>REBORN WAVE GROUP | 普通投资人指南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投资人流程总结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Microsoft YaHei"/>
              </a:rPr>
              <a:t>从注册账户到购买配套与每日领取奖励。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207008"/>
            <a:ext cx="9966960" cy="53035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335024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Microsoft YaHei"/>
              </a:rPr>
              <a:t>1. 创建账户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700784"/>
            <a:ext cx="9637776" cy="-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Microsoft YaHei"/>
              </a:rPr>
              <a:t>在 rebornwave.group/investor/login 注册。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20240"/>
            <a:ext cx="9966960" cy="53035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048256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Microsoft YaHei"/>
              </a:rPr>
              <a:t>2. 充值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414016"/>
            <a:ext cx="9637776" cy="-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Microsoft YaHei"/>
              </a:rPr>
              <a:t>转 USDT BEP20 并提交交易哈希。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33472"/>
            <a:ext cx="9966960" cy="53035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761488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Microsoft YaHei"/>
              </a:rPr>
              <a:t>3. 购买配套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127248"/>
            <a:ext cx="9637776" cy="-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Microsoft YaHei"/>
              </a:rPr>
              <a:t>选择 $500 到 $10,000 的投资配套。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46704"/>
            <a:ext cx="9966960" cy="53035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474720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Microsoft YaHei"/>
              </a:rPr>
              <a:t>4. 选择业务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840480"/>
            <a:ext cx="9637776" cy="-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Microsoft YaHei"/>
              </a:rPr>
              <a:t>把单位分配到 KTV、Beauty、Game House、Live House 或 Pet Cafe。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059936"/>
            <a:ext cx="9966960" cy="53035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187952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Microsoft YaHei"/>
              </a:rPr>
              <a:t>5. 每日领取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4553712"/>
            <a:ext cx="9637776" cy="-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Microsoft YaHei"/>
              </a:rPr>
              <a:t>每天在后台领取项目 Token。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773168"/>
            <a:ext cx="9966960" cy="53035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4901184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Microsoft YaHei"/>
              </a:rPr>
              <a:t>6. 收益 + 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5266944"/>
            <a:ext cx="9637776" cy="-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Microsoft YaHei"/>
              </a:rPr>
              <a:t>查看 Token 价值、推荐奖励、40% 利润池、QR 消费与提现。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65099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Microsoft YaHei"/>
              </a:rPr>
              <a:t>本简报用于说明计划中的投资系统。回报、Token 价值、推荐奖励与利润分配均为预测，不构成保证。正式推出前需完成法律、税务、会计与牌照合规审核。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6492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Microsoft YaHei"/>
              </a:rPr>
              <a:t>Reborn Wave Group | 投资配套 + Token 系统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63550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Microsoft YaHei"/>
              </a:rPr>
              <a:t>预测回报，不保证收益。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