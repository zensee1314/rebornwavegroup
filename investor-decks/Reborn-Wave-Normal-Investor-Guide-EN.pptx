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1078992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41732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Aptos"/>
              </a:rPr>
              <a:t>Reborn Wave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8D477"/>
                </a:solidFill>
                <a:latin typeface="Aptos"/>
              </a:rPr>
              <a:t>$500 - $10,000 Investor Package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871216"/>
            <a:ext cx="5440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Aptos"/>
              </a:rPr>
              <a:t>Choose the business you believe in, receive daily project tokens, share in monthly business profit pools, and grow token value as more investors join.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822960"/>
            <a:ext cx="4709160" cy="5120640"/>
          </a:xfrm>
          <a:prstGeom prst="roundRect">
            <a:avLst/>
          </a:prstGeom>
          <a:solidFill>
            <a:srgbClr val="0D3A41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_1764558901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042415"/>
            <a:ext cx="4069080" cy="2212848"/>
          </a:xfrm>
          <a:prstGeom prst="rect">
            <a:avLst/>
          </a:prstGeom>
        </p:spPr>
      </p:pic>
      <p:pic>
        <p:nvPicPr>
          <p:cNvPr id="12" name="Picture 11" descr="doluruu-blindbox-box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547872"/>
            <a:ext cx="1920240" cy="1115568"/>
          </a:xfrm>
          <a:prstGeom prst="rect">
            <a:avLst/>
          </a:prstGeom>
        </p:spPr>
      </p:pic>
      <p:pic>
        <p:nvPicPr>
          <p:cNvPr id="13" name="Picture 12" descr="doluruu-female-transpar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91840"/>
            <a:ext cx="1024128" cy="1024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84848" y="5074920"/>
            <a:ext cx="4069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8D477"/>
                </a:solidFill>
                <a:latin typeface="Aptos"/>
              </a:rPr>
              <a:t>Portal: rebornwave.group/investor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Investor Packages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Every $500 equals 1 allocation unit. Investors choose which business receives their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600200"/>
            <a:ext cx="201168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19072"/>
            <a:ext cx="1920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Package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600200"/>
            <a:ext cx="128016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1719072"/>
            <a:ext cx="118871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Amount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600200"/>
            <a:ext cx="109728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1719072"/>
            <a:ext cx="1005839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Units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600200"/>
            <a:ext cx="5029200" cy="457200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1719072"/>
            <a:ext cx="49377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Use case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103120"/>
            <a:ext cx="20116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2240279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Starter Unit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103120"/>
            <a:ext cx="128016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2240279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$500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2103120"/>
            <a:ext cx="10972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3" y="2240279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1 unit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2103120"/>
            <a:ext cx="502920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58383" y="2240279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Good first entry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670048"/>
            <a:ext cx="20116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2807208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Builder Pack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670048"/>
            <a:ext cx="128016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80944" y="2807208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$1,000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2670048"/>
            <a:ext cx="10972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1103" y="2807208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2 units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2670048"/>
            <a:ext cx="502920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3" y="2807208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Split across 1-2 businesses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236976"/>
            <a:ext cx="20116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" y="3374136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Growth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3236976"/>
            <a:ext cx="128016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80944" y="3374136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$3,000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3236976"/>
            <a:ext cx="10972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61103" y="3374136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6 units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3236976"/>
            <a:ext cx="502920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58383" y="3374136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Flexible project exposure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3803904"/>
            <a:ext cx="20116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9264" y="3941064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Founder Pack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3803904"/>
            <a:ext cx="128016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941064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$5,000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803904"/>
            <a:ext cx="109728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61103" y="3941064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10 units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0" y="3803904"/>
            <a:ext cx="5029200" cy="530352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8383" y="3941064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Serious early supporter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370831"/>
            <a:ext cx="20116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9264" y="4507992"/>
            <a:ext cx="19019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Anchor Pack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4370831"/>
            <a:ext cx="128016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80944" y="4507992"/>
            <a:ext cx="117043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$10,000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6240" y="4370831"/>
            <a:ext cx="109728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3" y="4507992"/>
            <a:ext cx="98755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8D477"/>
                </a:solidFill>
                <a:latin typeface="Aptos"/>
              </a:rPr>
              <a:t>20 units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03520" y="4370831"/>
            <a:ext cx="5029200" cy="530352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58383" y="4507992"/>
            <a:ext cx="49194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Major participation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400" y="5074920"/>
            <a:ext cx="941832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78992" y="5202936"/>
            <a:ext cx="9089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Example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568696"/>
            <a:ext cx="908913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$3,000 Growth Pack = 6 units. You can place all 6 into Pet Cafe, or split 2 KTV + 2 Live House + 2 Game House.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Choose The Business To Invest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Investors vote with allocation units. The selected business decides which project tokens they earn daily.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KTV Lounge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Singing, rooms, hosting, competitions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Beauty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Salon services and glow-up packages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Game 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Kids, family games, redemption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0896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3697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Live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0273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Sea-view band, dance, performances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08960"/>
            <a:ext cx="3246120" cy="107899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23697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Pet Cafe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02736"/>
            <a:ext cx="2916936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Food, drinks, pets, blindbox content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736592"/>
            <a:ext cx="10287000" cy="7863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864607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Allocation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230368"/>
            <a:ext cx="99578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 package units must be fully allocated. Example: $10,000 Anchor Pack gives 20 units; investor chooses how many units go to each business.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Daily Tokens + Growing Token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Tokens reward participation and connect investors to the businesses they choose.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Aptos"/>
              </a:rPr>
              <a:t>1 unit = 1 token/day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Daily token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Aptos"/>
              </a:rPr>
              <a:t>Pool / active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Token price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0760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Aptos"/>
              </a:rPr>
              <a:t>Value grows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760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Package pool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1719072"/>
            <a:ext cx="219456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1828800"/>
            <a:ext cx="19751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Aptos"/>
              </a:rPr>
              <a:t>Token -&gt;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130552"/>
            <a:ext cx="19751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Sell option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90672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218688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Claim daily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584448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Investors press Claim Daily Project Tokens in the dashboard. Tokens match their active allocation units.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090672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3218688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Value can increase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584448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When more people join, part of package activity enters the global token pool, supporting token price.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090672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3218688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Sell tokens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3584448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Investors can sell eligible active tokens into the cash wallet when pool liquidity is available.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00600"/>
            <a:ext cx="98298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928616"/>
            <a:ext cx="9500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Simple example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294376"/>
            <a:ext cx="95006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$5,000 Founder Pack = 10 units. If 4 units are in KTV and 6 in Live House, daily claim earns 4 KTV tokens + 6 Live House tokens.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Monthly Business Profit 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The business profit model rewards investors who voted for each business.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Aptos"/>
              </a:rPr>
              <a:t>Business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Monthly verified profit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Aptos"/>
              </a:rPr>
              <a:t>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Investor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Aptos"/>
              </a:rPr>
              <a:t>To voters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Distribution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700784"/>
            <a:ext cx="15544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810512"/>
            <a:ext cx="13350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Aptos"/>
              </a:rPr>
              <a:t>Units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112264"/>
            <a:ext cx="1335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Basis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063240" cy="128016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Who receives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557016"/>
            <a:ext cx="2734056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Investors who allocated units to that business are treated as voters for that business.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063240"/>
            <a:ext cx="3063240" cy="128016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How it splits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557016"/>
            <a:ext cx="2734056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40% of monthly net profit is split by active units/votes for that business.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063240"/>
            <a:ext cx="3063240" cy="128016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What admin checks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3557016"/>
            <a:ext cx="2734056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Sales, operating costs, net profit, investor unit totals, and payout approval.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00600"/>
            <a:ext cx="98298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928616"/>
            <a:ext cx="9500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Example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294376"/>
            <a:ext cx="95006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If Pet Cafe has $10,000 verified monthly net profit, $4,000 goes to the Pet Cafe voter pool and is split by Pet Cafe allocation units.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Referral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Investors can invite others and earn rewards when referred investors purchase packages.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Aptos"/>
              </a:rPr>
              <a:t>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Level 1 reward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Aptos"/>
              </a:rPr>
              <a:t>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Level 2 reward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00784"/>
            <a:ext cx="233172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810512"/>
            <a:ext cx="21122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Aptos"/>
              </a:rPr>
              <a:t>Cash + spending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112264"/>
            <a:ext cx="211226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Reward wallets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700784"/>
            <a:ext cx="15544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810512"/>
            <a:ext cx="13350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Aptos"/>
              </a:rPr>
              <a:t>INV-xxxx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112264"/>
            <a:ext cx="13350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Referral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Level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557016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Direct inviter receives referral reward when their invited investor buys a package.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3063240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Level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557016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Second-level inviter can receive an additional smaller reward when eligible.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063240"/>
            <a:ext cx="306324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3191256"/>
            <a:ext cx="2734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Pool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8392" y="3557016"/>
            <a:ext cx="273405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Unassigned referral reward can flow back into the token pool, supporting token value.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754880"/>
            <a:ext cx="9829800" cy="7132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882896"/>
            <a:ext cx="9500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Reward split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" y="5248656"/>
            <a:ext cx="9500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The system records referral rewards in cash wallet and spending wallet so investors can withdraw part and use part inside the club.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How To Top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The portal supports USDT BEP20 top-up and admin-confirmed crediting.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1. Register / 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Open rebornwave.group/investor/login and enter the investor dashboard.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2. Choose package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Pick $500, $1,000, $3,000, $5,000, or $10,000 package.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3. Connect wallet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Connect BEP20 wallet or use manual payment proof if admin allows.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4. Send USDT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Send the exact package amount to the Reborn Wave admin wallet.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5. Submit TX hash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Paste transaction hash in dashboard for confirmation.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6. Cash wallet credited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Once confirmed, cash balance is credited and can be used to purchase the package.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10912"/>
            <a:ext cx="10287000" cy="7132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138928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Safety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504688"/>
            <a:ext cx="99578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Only use the wallet address shown in the investor dashboard or confirmed by official Reborn Wave admin.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How To Buy A Package + Allocate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After top-up, the investor purchases a package and chooses project allocation.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324612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Select package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21408"/>
            <a:ext cx="2916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Choose the package amount. The system calculates units automatically at $500 per unit.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627632"/>
            <a:ext cx="324612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Allocate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2121408"/>
            <a:ext cx="2916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Choose how many units go into each business project before purchase confirmation.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2672" y="1627632"/>
            <a:ext cx="324612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Confirm purchase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2121408"/>
            <a:ext cx="2916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Cash wallet pays for the package and the dashboard records purchase + allocations.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Example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$1,000 Builder Pack = 2 units. Investor chooses 1 KTV unit and 1 Pet Cafe unit.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25312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Example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$10,000 Anchor Pack = 20 units. Investor chooses 8 Live House, 6 KTV, 4 Pet Cafe, 2 Beauty.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074920"/>
            <a:ext cx="102870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202936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After purchase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568696"/>
            <a:ext cx="99578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Investors can claim daily project tokens, track token balances, view referrals, sell tokens, request withdrawals, and spend by QR wallet.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How To Use The Investor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The dashboard is where investors manage top-up, packages, tokens, spending, referrals, and withdrawals.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Packages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Choose package and allocate units to selected businesses.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Top-ups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Credit wallet using USDT transaction hash or admin-confirmed payment.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Claim daily project tokens and see active/sold token balances.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Sell 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Sell eligible tokens to cash wallet based on current pool price.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QR spending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Use spending wallet inside the club with investor QR code.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Withdrawals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Request cash wallet withdrawal to approved payout wallet.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29200"/>
            <a:ext cx="1028700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157216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Dashboard link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522976"/>
            <a:ext cx="995781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 home: rebornwave.group/investor   |   Login/Register: rebornwave.group/investor/login   |   Dashboard: rebornwave.group/investor/dashboard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Rules, Reports, And Risk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Clear records protect investors, operators, and Reborn Wave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Monthly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Profit sharing should use verified revenue, costs, net profit, and approved payout calculations.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Token pool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Token value depends on pool balance and active token supply. Price can rise or fall.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2672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Admin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Top-ups, withdrawals, package settings, and business reports need admin controls.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No guarantee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More investors joining can increase pool value, but returns are not guaranteed and depend on actual system activity.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25312" y="3364992"/>
            <a:ext cx="4983480" cy="124358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3493008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Professional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858768"/>
            <a:ext cx="46542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Before public launch, contract, securities rules, tax, accounting, licenses, and investor risk disclosure must be reviewed.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30368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This deck explains the planned investor system. Returns, token value, referral rewards, and profit sharing are projections and are not guaranteed. Legal, tax, accounting, and licensing review is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Investor Journey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From new account to package purchase and daily rewards.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07008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335024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1. Create account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700784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Register at rebornwave.group/investor/login.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20240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048256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2. Top 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414016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Send USDT BEP20 and submit transaction hash.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33472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761488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3. Buy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127248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Choose $500 to $10,000 package.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346704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474720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4. Pick businesses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3840480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Allocate units to KTV, Beauty, Game House, Live House, or Pet Cafe.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059936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187952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5. Claim daily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553712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Collect project tokens every day from the dashboard.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73168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901184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6. Earn + manage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266944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Track token value, referrals, 40% profit pools, QR spending, and withdrawals.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65099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This deck explains the planned investor system. Returns, token value, referral rewards, and profit sharing are projections and are not guaranteed. Legal, tax, accounting, and licensing review is required.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Investor Package + Token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